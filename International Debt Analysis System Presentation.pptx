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B6A24-2662-49EB-951C-111B7FFC6649}" v="5" dt="2026-04-25T13:40:55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heer A" userId="da94c97290106893" providerId="LiveId" clId="{6B8CE2B0-1702-4031-9F90-56AF62981689}"/>
    <pc:docChg chg="undo custSel modSld">
      <pc:chgData name="Thaheer A" userId="da94c97290106893" providerId="LiveId" clId="{6B8CE2B0-1702-4031-9F90-56AF62981689}" dt="2026-04-25T13:40:55.624" v="75"/>
      <pc:docMkLst>
        <pc:docMk/>
      </pc:docMkLst>
      <pc:sldChg chg="modSp">
        <pc:chgData name="Thaheer A" userId="da94c97290106893" providerId="LiveId" clId="{6B8CE2B0-1702-4031-9F90-56AF62981689}" dt="2026-04-25T13:40:55.624" v="75"/>
        <pc:sldMkLst>
          <pc:docMk/>
          <pc:sldMk cId="0" sldId="256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57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7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58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59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9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0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1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1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2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2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3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3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4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4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5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5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6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6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7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8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8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69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9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Thaheer A" userId="da94c97290106893" providerId="LiveId" clId="{6B8CE2B0-1702-4031-9F90-56AF62981689}" dt="2026-04-25T13:40:55.624" v="75"/>
        <pc:sldMkLst>
          <pc:docMk/>
          <pc:sldMk cId="0" sldId="270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70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Thaheer A" userId="da94c97290106893" providerId="LiveId" clId="{6B8CE2B0-1702-4031-9F90-56AF62981689}" dt="2026-04-25T13:40:55.624" v="75"/>
        <pc:sldMkLst>
          <pc:docMk/>
          <pc:sldMk cId="0" sldId="271"/>
        </pc:sldMkLst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71"/>
            <ac:spMk id="2" creationId="{00000000-0000-0000-0000-000000000000}"/>
          </ac:spMkLst>
        </pc:spChg>
        <pc:spChg chg="mod">
          <ac:chgData name="Thaheer A" userId="da94c97290106893" providerId="LiveId" clId="{6B8CE2B0-1702-4031-9F90-56AF62981689}" dt="2026-04-25T13:40:55.624" v="75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8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2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1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4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94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5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0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8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03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72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93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2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76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06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7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International Debt Analysis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Python, SQL &amp; Streamlit</a:t>
            </a:r>
          </a:p>
          <a:p>
            <a:r>
              <a:t>Presented by: Thaheer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debt data is complex and unstructured</a:t>
            </a:r>
          </a:p>
          <a:p>
            <a:r>
              <a:t>Difficult to analyze raw CSV datasets</a:t>
            </a:r>
          </a:p>
          <a:p>
            <a:r>
              <a:t>Need structured system for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end-to-end data analytics pipeline</a:t>
            </a:r>
          </a:p>
          <a:p>
            <a:r>
              <a:t>Clean and preprocess raw data</a:t>
            </a:r>
          </a:p>
          <a:p>
            <a:r>
              <a:t>Store in SQL database</a:t>
            </a:r>
          </a:p>
          <a:p>
            <a:r>
              <a:t>Create dashboard for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 Bank International Debt dataset</a:t>
            </a:r>
          </a:p>
          <a:p>
            <a:r>
              <a:t>Multiple countries and indicators</a:t>
            </a:r>
          </a:p>
          <a:p>
            <a:r>
              <a:t>Year-wise financial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 for data processing)</a:t>
            </a:r>
          </a:p>
          <a:p>
            <a:r>
              <a:t>MySQL for database storage</a:t>
            </a:r>
          </a:p>
          <a:p>
            <a:r>
              <a:t>Streamlit for dashboard</a:t>
            </a:r>
          </a:p>
          <a:p>
            <a:r>
              <a:t>Plotly for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duplicates</a:t>
            </a:r>
          </a:p>
          <a:p>
            <a:r>
              <a:t>Filtered only external debt data</a:t>
            </a:r>
          </a:p>
          <a:p>
            <a:r>
              <a:t>Removed aggregated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wide format to long format</a:t>
            </a:r>
          </a:p>
          <a:p>
            <a:r>
              <a:t>Used melt() function</a:t>
            </a:r>
          </a:p>
          <a:p>
            <a:r>
              <a:t>Prepared structured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MySQL database: debt_project</a:t>
            </a:r>
          </a:p>
          <a:p>
            <a:r>
              <a:t>Table: debt_data</a:t>
            </a:r>
          </a:p>
          <a:p>
            <a:r>
              <a:t>Columns: country, year, value</a:t>
            </a:r>
          </a:p>
          <a:p>
            <a:r>
              <a:t>Added indexes for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Executed 30 SQL queries</a:t>
            </a:r>
          </a:p>
          <a:p>
            <a:r>
              <a:t>Used GROUP BY, ORDER BY</a:t>
            </a:r>
          </a:p>
          <a:p>
            <a:r>
              <a:t>Implemented ranking and window functions</a:t>
            </a:r>
          </a:p>
          <a:p>
            <a:r>
              <a:t>Extracted meaningful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interactive dashboard using Streamlit</a:t>
            </a:r>
          </a:p>
          <a:p>
            <a:r>
              <a:t>Displays KPIs and trends</a:t>
            </a:r>
          </a:p>
          <a:p>
            <a:r>
              <a:t>User-friendly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countries by debt</a:t>
            </a:r>
          </a:p>
          <a:p>
            <a:r>
              <a:t>Indicator-wise distribution</a:t>
            </a:r>
          </a:p>
          <a:p>
            <a:r>
              <a:t>Year-wise trend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countries dominate global debt</a:t>
            </a:r>
          </a:p>
          <a:p>
            <a:r>
              <a:t>Debt is increasing over years</a:t>
            </a:r>
          </a:p>
          <a:p>
            <a:r>
              <a:t>Large inequality among countries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countries contribution %</a:t>
            </a:r>
          </a:p>
          <a:p>
            <a:r>
              <a:t>Countries above average debt</a:t>
            </a:r>
          </a:p>
          <a:p>
            <a:r>
              <a:t>Debt range and volatility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end-to-end pipeline</a:t>
            </a:r>
          </a:p>
          <a:p>
            <a:r>
              <a:t>Converted raw data into insights</a:t>
            </a:r>
          </a:p>
          <a:p>
            <a:r>
              <a:t>Useful for financial decision-making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more indicators</a:t>
            </a:r>
          </a:p>
          <a:p>
            <a:r>
              <a:t>Deploy dashboard online</a:t>
            </a:r>
          </a:p>
          <a:p>
            <a:r>
              <a:t>Use Power BI for advanced visuals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Thank you for your time and Thank you for this opportunity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258</Words>
  <Application>Microsoft Office PowerPoint</Application>
  <PresentationFormat>On-screen Show (4:3)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International Debt Analysis System</vt:lpstr>
      <vt:lpstr>Problem Statement</vt:lpstr>
      <vt:lpstr>Project Objective</vt:lpstr>
      <vt:lpstr>Dataset Overview</vt:lpstr>
      <vt:lpstr>Technologies Used</vt:lpstr>
      <vt:lpstr>Data Preprocessing</vt:lpstr>
      <vt:lpstr>Data Transformation</vt:lpstr>
      <vt:lpstr>Database Design</vt:lpstr>
      <vt:lpstr>SQL Analysis</vt:lpstr>
      <vt:lpstr>Dashboard Overview</vt:lpstr>
      <vt:lpstr>Key Visualizations</vt:lpstr>
      <vt:lpstr>Key Insights</vt:lpstr>
      <vt:lpstr>Advanced Insights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Thaheer A</cp:lastModifiedBy>
  <cp:revision>1</cp:revision>
  <dcterms:created xsi:type="dcterms:W3CDTF">2013-01-27T09:14:16Z</dcterms:created>
  <dcterms:modified xsi:type="dcterms:W3CDTF">2026-04-25T13:40:56Z</dcterms:modified>
  <cp:category/>
</cp:coreProperties>
</file>